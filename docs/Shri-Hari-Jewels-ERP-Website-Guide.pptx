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Shri Hari Jewels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8860B"/>
                </a:solidFill>
              </a:defRPr>
            </a:pPr>
            <a:r>
              <a:t>Complete ERP &amp; Online Store Guide — How Every Module 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Is This System?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A multi-tenant jewellery ERP for design, manufacturing, inventory, wholesale/retail sales, and GST billing.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Includes a customer-facing online store at /shop/{slug} for each jeweller (tenant).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Built for head office + multiple branch stores + workshop (karigar) operations.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Every physical piece of jewellery is tracked as an individual Inventory Unit with a unique item code.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Market gold/silver rates drive live pricing across motifs, products, POS, and exchange.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Frontend (ERP + Website): Next.js 16 — React, TypeScript, Tailwind CSS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Backend API: Express 5 — Node.js, TypeScript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Database: PostgreSQL with Prisma ORM (~60 models)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Auth: JWT access + refresh tokens, optional TOTP 2FA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Payments: Razorpay UPI QR (in-store POS only)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PDF: GST invoices, transfer documents, production worksheets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Deployment: Vercel (frontend) + Render (API) — see render.yaml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┌─────────────────────┐         ┌──────────────────────────┐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│  Next.js Client     │  HTTPS  │  Express API (port 4000) │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│  /shop/[slug]/*     │ ──────► │  /api/storefront/*       │  (public, no auth)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│  ERP /dashboard/*   │ ──────► │  /api/*                  │  (JWT authenticated)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└─────────────────────┘         └────────────┬─────────────┘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                                         ▼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                              ┌──────────────────────┐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                              │  PostgreSQL (Prisma)  │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                              │  Organization (tenant)│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                              │  Product, InventoryUnit│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                              │  Customer, WebOrder   │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                              └──────────────────────┘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09728" cy="1645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Multi-Tenant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8860B"/>
                </a:solidFill>
              </a:defRPr>
            </a:pPr>
            <a:r>
              <a:t>Organization → Branches → Users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Tenant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Organization — Each jeweller is a separate tenant (e.g. slug: shree-hari-jewels)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Branch — Head office + store locations (Jaipur, Delhi, etc.)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User — Staff assigned to one org, one role, and one or more branches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ShopSettings — Business name, GST/PAN, bank details, making charge %, discount threshold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StorefrontSettings — Enable online store, branding, hero banner, custom domain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Data isolation: every API query is scoped to the logged-in user's organizationId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User Roles &amp; Access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B886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Scope</a:t>
                      </a:r>
                    </a:p>
                  </a:txBody>
                  <a:tcPr>
                    <a:solidFill>
                      <a:srgbClr val="B886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Primary Modules</a:t>
                      </a:r>
                    </a:p>
                  </a:txBody>
                  <a:tcPr>
                    <a:solidFill>
                      <a:srgbClr val="B8860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SuperAdmin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Platform-level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Manage all companies (/platform/companies)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Full org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All modules, settings, branches, users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ProductionManager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Workshop + inventory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Designs, motifs, production runs, raw materials, inventory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SalesManager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Sales + CRM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Sales, customers, leads, invoices, stock transfers, storefront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Branch counter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Dashboard, inventory (read), sales, stock receive, customers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Karigar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Workshop worker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Orders, work orders, designs, production stage updates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Accountant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Invoices, sales analytics, raw inventory (read)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Authentication Flow (Step-by-Step)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A1A2E"/>
                </a:solidFill>
              </a:defRPr>
            </a:pPr>
            <a:r>
              <a:t>Step 1: User visits /login and enters email + password (short usernames auto-resolve to @shreehari.com)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2: POST /api/auth/login — account lockout after failed attempts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3: If 2FA enabled → enter TOTP code via POST /api/auth/2fa/verify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4: On success → JWT access token + refresh token stored in sessionStorage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5: AuthGuard checks route permissions on every ERP page (client/src/lib/auth/permissions.ts)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6: All API calls send Authorization: Bearer &lt;token&gt;; server scopes data to org + branch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7: Idle timeout auto-logout; token refresh via POST /api/auth/refresh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8: SuperAdmin → /platform/companies; all other roles → /dashboard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09728" cy="1645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Setup &amp;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8860B"/>
                </a:solidFill>
              </a:defRPr>
            </a:pPr>
            <a:r>
              <a:t>First-time configuration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Onboarding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A1A2E"/>
                </a:solidFill>
              </a:defRPr>
            </a:pPr>
            <a:r>
              <a:t>Step 1: SuperAdmin creates Organization (company) with slug and admin user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2: Admin logs in → completes onboarding wizard (/onboarding)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3: Enter business info: name, GST, PAN, bank account, address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4: Create branches (head office + store locations)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5: Configure shop settings: making charge %, discount approval threshold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6: Add staff users with roles and branch assignments (Settings → Users)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7: Set opening stock or import legacy Excel stock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8: Enable online store in /storefront/settings (optional)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09728" cy="1645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Inventory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8860B"/>
                </a:solidFill>
              </a:defRPr>
            </a:pPr>
            <a:r>
              <a:t>Finished goods — every piece tracked individually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Inventory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Product (SKU) — Metal type, purity, weight, making charges, list price, images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Inventory Unit — One physical piece with unique itemCode (the atomic sellable entity)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Unit statuses: Available | Reserved | Sold | InTransit | Transferred | PendingVerification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List price = live market rate × weight + making charges (auto-calculated)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Stock count = count of Available units for that product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Stock Entry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A1A2E"/>
                </a:solidFill>
              </a:defRPr>
            </a:pPr>
            <a:r>
              <a:t>Step 1: Admin/ProductionManager creates or selects a Product SKU (/inventory/new)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2: Add physical units → creates EntryVoucher (Pending) + units (PendingVerification)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3: Entry verification screen lists pending vouchers (/entry-verification)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4: Verifier sets list prices per unit → PATCH /api/entry-vouchers/:id/verify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5: Units become Available; product stock count syncs automatically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6: Optional: Stock transfer to branch stores (units go InTransit → received at destination)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Inventory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Excel legacy stock import — bulk upload existing inventory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Item history — full audit trail per item code (sales, transfers, status changes)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Ageing stock report — identify stale inventory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Stock valuation report — total inventory value at current market rates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Global search — find any item code, product, customer across the system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Integrity checks — nightly cron detects stock mismatches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09728" cy="1645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Raw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8860B"/>
                </a:solidFill>
              </a:defRPr>
            </a:pPr>
            <a:r>
              <a:t>Metal lots, certified stones, bulk stone stock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Raw Inventory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8860B"/>
                </a:solidFill>
              </a:defRPr>
            </a:pPr>
            <a:r>
              <a:t>Metal Lots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Gold, silver, platinum lots with purity and weight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Purchase rate and current market rate tracked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Vendor and storage location recorded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Deducted automatically when production run starts (BOM × sets)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Metal issued to karigars per production stage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Wastage tracked and settled in karigar settlements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8860B"/>
                </a:solidFill>
              </a:defRPr>
            </a:pPr>
            <a:r>
              <a:t>Stones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916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Certified Stone Lots — GIA/IGI cert, carat, color, clarity, cut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Bulk Stone Stock — pieces/weight with rate basis (Per Piece / Per Carat)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Stone Stock Movements — issue/return audit trail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Stone Types master — org-scoped lookup (Ruby, Emerald, etc.)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Market Rates — live gold/silver; cron refresh weekdays 9 AM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Rates drive motif prices, list prices, exchange values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09728" cy="1645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Design &amp; Motifs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8860B"/>
                </a:solidFill>
              </a:defRPr>
            </a:pPr>
            <a:r>
              <a:t>From concept to approved BOM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Motif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Reusable jewellery components (e.g. pendant motif, earring hook)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Each motif has: metal type, weight, stones, making cost, calculated price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Prices auto-update when market rates change (price drift detection)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Bulk import motifs from Excel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Used as building blocks in design BOMs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Design Builder — 6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A1A2E"/>
                </a:solidFill>
              </a:defRPr>
            </a:pPr>
            <a:r>
              <a:t>Step 1: SKU — Define design code, category, metal, target weight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2: CAD — Upload CAD files, mark CAD-ready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3: Motifs — Add motif elements to BOM (qty, weight, unit value per element)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4: Mold Making — Track mold creation progress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5: Photo — Upload product photos for catalog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6: Complete — Design ready for approval submission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Design Approval &amp; BOM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Approval status: Draft → PendingApproval → Approved / Rejected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Only Approved designs can start production runs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Design BOM = single source of truth for metal/stone requirements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BOM import/export via Excel with price drift alerts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Catalog diff tracks BOM changes over time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09728" cy="1645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Production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8860B"/>
                </a:solidFill>
              </a:defRPr>
            </a:pPr>
            <a:r>
              <a:t>Workshop manufacturing — 10 stages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Starting a Production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A1A2E"/>
                </a:solidFill>
              </a:defRPr>
            </a:pPr>
            <a:r>
              <a:t>Step 1: ProductionManager selects an Approved design and number of sets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2: System previews metal/stone requirements (GET /api/production-runs/preview)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3: On create: metal deducted immediately from raw inventory (BOM × sets count)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4: Production run created with N ProductionRunItems (one per set)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5: Run appears on Production Board dashboard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10 Production Stages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9901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B886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B886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Typical Actions</a:t>
                      </a:r>
                    </a:p>
                  </a:txBody>
                  <a:tcPr>
                    <a:solidFill>
                      <a:srgbClr val="B8860B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Wax 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Create wax model from mold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Metal casting; issue metal to karigar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Filing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Shape and file cast piece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Soldering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Join components, add findings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Stone 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Set stones; issue stone stock to karigar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Polishing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Final polish and finish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Rhodium / Plating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Optional plating step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QC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Quality check — pass or reject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Hallmarking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BIS hallmark if required</a:t>
                      </a:r>
                    </a:p>
                  </a:txBody>
                  <a:tcPr/>
                </a:tc>
              </a:tr>
              <a:tr h="3990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Packaging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Final packaging → triggers finished goods creation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Production Run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A1A2E"/>
                </a:solidFill>
              </a:defRPr>
            </a:pPr>
            <a:r>
              <a:t>Step 1: Karigars update items at each stage; metal/stone issued and returned per stage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2: Stage completion logged in ProductionRunStageLog with karigar assignment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3: Rejections can roll back a stage for rework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4: On Packaging stage complete → finalizeProductionRunInTx runs automatically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5: Creates Product (finished goods SKU) linked to the production run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6: Creates InventoryUnits (one per set) — enters inventory via entry voucher flow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7: Karigar settlements computed: metal wastage cost + making wages payable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09728" cy="1645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Stock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8860B"/>
                </a:solidFill>
              </a:defRPr>
            </a:pPr>
            <a:r>
              <a:t>Inter-branch &amp; B2B wholesale movement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Stock Transfer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A1A2E"/>
                </a:solidFill>
              </a:defRPr>
            </a:pPr>
            <a:r>
              <a:t>Step 1: SalesManager/ProductionManager opens Scan &amp; Send (/stock-transfer)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2: Scan item codes of units to transfer; select target branch or customer branch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3: Choose document type: Wholesale GST Invoice | Delivery Challan | Stock Transfer Note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4: Transfer created → units status changes to InTransit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5: Sender fills shipping details + GST fields → invoice PDF generated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6: Receiving branch opens Incoming (/stock-transfer/incoming) and scan-receives items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7: Accept (full/partial) or reject — accepted units become Available at destination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8: Proforma list tracks pending transfer invoices awaiting acceptance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09728" cy="1645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Sales &amp; Point of Sale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8860B"/>
                </a:solidFill>
              </a:defRPr>
            </a:pPr>
            <a:r>
              <a:t>In-store retail at branch counter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POS Sale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A1A2E"/>
                </a:solidFill>
              </a:defRPr>
            </a:pPr>
            <a:r>
              <a:t>Step 1: Store/SalesManager opens Sales page (/sales)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2: Scan physical item code → GET /api/sales/lookup/:itemCode shows live price breakdown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3: Add items to cart (multi-item sales supported)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4: Apply discount — if above threshold, Admin approval required (/approvals queue)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5: Select or create customer via CustomerLookupInput (mobile/email/GST search)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6: Choose payment: Cash | UPI (Razorpay QR) | Card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7: UPI: QR generated → webhook confirms payment → reservation confirmed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8: POST /api/sales/cart → units marked Sold, Sale record + GST Invoice auto-generated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9: Optional: Old gold exchange credit applied | E-invoice IRN generation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Sales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8860B"/>
                </a:solidFill>
              </a:defRPr>
            </a:pPr>
            <a:r>
              <a:t>Pricing &amp; Discounts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Live list price = market rate × weight + making charges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Discount approval queue for discounts above threshold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Old gold exchange — metal credit applied to sale total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Savings schemes — monthly installment plans with bonus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8860B"/>
                </a:solidFill>
              </a:defRPr>
            </a:pPr>
            <a:r>
              <a:t>Billing &amp;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916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Auto GST invoice: CGST/SGST (intra-state) or IGST (inter-state)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HSN codes, invoice PDF download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E-invoice IRN integration for GST compliance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Sales analytics dashboard — charts, top products, revenue trends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09728" cy="1645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Orders &amp; Work Orders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8860B"/>
                </a:solidFill>
              </a:defRPr>
            </a:pPr>
            <a:r>
              <a:t>Custom jewellery &amp; internal tasks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Custom Customer Orders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A1A2E"/>
                </a:solidFill>
              </a:defRPr>
            </a:pPr>
            <a:r>
              <a:t>Step 1: SalesManager creates customer (or selects existing) at /customers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2: Create Order (/orders/new): description, estimated total, due date, notes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3: Status flow: Pending → Designing → Production → QC → Ready → Delivered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4: Payment tracking: Unpaid | Partial | Paid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5: May spawn Work Orders assigned to karigars/workshop staff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6: May spawn Production Run(s) from approved design linked to the order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Work Orders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Internal tasks optionally linked to a customer Order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Status: Open → In Production → QC → Completed / Cancelled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Assigned to karigars or workshop staff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Used for repairs, custom modifications, or standalone workshop jobs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Karigars see and update work orders from their role-filtered sidebar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09728" cy="1645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CRM — Customers &amp; Leads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8860B"/>
                </a:solidFill>
              </a:defRPr>
            </a:pPr>
            <a:r>
              <a:t>Relationship management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Customer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8860B"/>
                </a:solidFill>
              </a:defRPr>
            </a:pPr>
            <a:r>
              <a:t>Customer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Types: Individual Buyer, B2B, etc.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Billing address, GST/PAN, bank details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Customer Branches — multiple office locations per B2B customer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Department Contacts — per-department contact persons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Customer tier for pricing/loyalty segmentation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Shared between ERP POS, custom orders, and web checkout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8860B"/>
                </a:solidFill>
              </a:defRPr>
            </a:pPr>
            <a:r>
              <a:t>Lead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916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Stages: New → Qualification → Follow-up → Opportunity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→ Quotation → Won / Lost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Capture source, budget, interested product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Schedule Appointments and Follow-ups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Sidebar badge shows due follow-up count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On Won → convert to Customer, optionally create Order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09728" cy="1645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Invoices &amp; GST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8860B"/>
                </a:solidFill>
              </a:defRPr>
            </a:pPr>
            <a:r>
              <a:t>Tax-compliant billing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Invoice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Auto-generated on every POS sale and wholesale transfer acceptance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GST split: CGST + SGST (same state) or IGST (inter-state)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HSN codes per item; invoice number sequence per org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PDF download from /invoices page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E-invoice: IRN generation via GST portal integration (/api/einvoice)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Invoice list with filters: date range, customer, branch, payment status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09728" cy="1645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8860B"/>
                </a:solidFill>
              </a:defRPr>
            </a:pPr>
            <a:r>
              <a:t>Business intelligence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Available Reports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4064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Report</a:t>
                      </a:r>
                    </a:p>
                  </a:txBody>
                  <a:tcPr>
                    <a:solidFill>
                      <a:srgbClr val="B886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B886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Access</a:t>
                      </a:r>
                    </a:p>
                  </a:txBody>
                  <a:tcPr>
                    <a:solidFill>
                      <a:srgbClr val="B8860B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GST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Tax liability summary by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Accountant, Admin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Stock 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Total inventory value at market rates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Admin, ProductionManager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Ageing Stock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Items unsold beyond threshold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Admin, ProductionManager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Staff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Sales/staff productivity 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Admin, SalesManager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Category / 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Sales breakdown by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API ready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Customer-wise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Revenue per 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API ready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CAD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Designs 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API ready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Stock Snapshot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Point-in-time inventory snapshot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55555"/>
                          </a:solidFill>
                        </a:defRPr>
                      </a:pPr>
                      <a:r>
                        <a:t>API ready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09728" cy="1645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Online Store (Website)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8860B"/>
                </a:solidFill>
              </a:defRPr>
            </a:pPr>
            <a:r>
              <a:t>Customer-facing shop at /shop/{slug}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Website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/shop/[slug] — Home: hero banner, featured collections &amp; products, Our Story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/shop/[slug]/products — Catalog: search, category filter, sort, pagination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/shop/[slug]/products/[id] — Product detail: images, specs, add to cart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/shop/[slug]/collections — Curated product groups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/shop/[slug]/cart — Cart with quantity controls and subtotal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/shop/[slug]/checkout — Guest checkout form (no login required)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/shop/[slug]/order/[orderNo] — Order confirmation page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/shop/[slug]/about — Business story, contact, return policy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Website — Customer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A1A2E"/>
                </a:solidFill>
              </a:defRPr>
            </a:pPr>
            <a:r>
              <a:t>Step 1: Customer lands on /shop/shree-hari-jewels (or custom domain)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2: Browse products, collections, or search catalog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3: Open product detail → select quantity → Add to Cart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4: Cart persisted in localStorage; badge shown in header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5: Proceed to Checkout → fill guest form: name, mobile, address, pincode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6: Submit → POST /api/storefront/:slug/checkout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7: Redirect to order confirmation page with order number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8: Store contacts customer for payment &amp; delivery (no online payment on website)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Website Checkout — Backend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A1A2E"/>
                </a:solidFill>
              </a:defRPr>
            </a:pPr>
            <a:r>
              <a:t>Step 1: Validate customer info and cart items; verify products published + stock available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2: Find or create Customer record by mobile number (auto CRM entry)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3: Generate WebOrder number; for each line item reserve InventoryUnit(s) → Reserved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4: Sync product stock counts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5: Create WebOrder + WebOrderItem records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6: Create linked ERP Order at head-office branch: 'Web order {orderNo}: ...'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7: Return order DTO → confirmation page displayed to customer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Website vs ERP 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8860B"/>
                </a:solidFill>
              </a:defRPr>
            </a:pPr>
            <a:r>
              <a:t>Online Store (/shop/...)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No login — guest checkout only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Customer auto-created on checkout by mobile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Catalog: published products only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Cart: product ID + qty in localStorage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Payment: offline / arranged with store later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Order type: WebOrder + linked ERP Order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Units: Reserved (not Sold until staff confirms)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8860B"/>
                </a:solidFill>
              </a:defRPr>
            </a:pPr>
            <a:r>
              <a:t>In-Store POS (/sales)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916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Staff JWT login required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Customer selected/created by staff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Full inventory visible (scan item codes)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Cart: physical item code scan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Payment: Cash, UPI QR, Card (Razorpay)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Order type: Sale + GST Invoice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Units: immediately Sold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09728" cy="1645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Storefront Admin (ERP)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8860B"/>
                </a:solidFill>
              </a:defRPr>
            </a:pPr>
            <a:r>
              <a:t>Staff manage the online store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Go Live with Online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A1A2E"/>
                </a:solidFill>
              </a:defRPr>
            </a:pPr>
            <a:r>
              <a:t>Step 1: Admin logs in → /storefront/settings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2: Enable store, set branding: logo, hero banner, primary/accent colors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3: Add contact info, social links, WhatsApp number, return policy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4: Optional: configure custom domain (Organization.customDomain)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5: /storefront/products — publish/unpublish inventory products to web catalog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6: /storefront/collections — create curated product groups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7: Share store URL: https://your-domain.vercel.app/shop/shree-hari-jewels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8: /storefront/orders — manage web orders: update status &amp; payment status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Web Order Fulfillment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A1A2E"/>
                </a:solidFill>
              </a:defRPr>
            </a:pPr>
            <a:r>
              <a:t>Step 1: New web order appears in /storefront/orders (status: Pending, payment: Unpaid)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2: Staff confirms order → status: Confirmed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3: Process payment offline (bank transfer / cash on delivery)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4: Update payment status to Paid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5: Fulfill via linked ERP Order → production/inventory workflow if needed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6: Mark units Sold when item dispatched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Step 7: Update web order status: Processing → Shipped → Delivered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09728" cy="1645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System &amp;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8860B"/>
                </a:solidFill>
              </a:defRPr>
            </a:pPr>
            <a:r>
              <a:t>Background jobs and cross-cutting features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Scheduled Jobs &amp; System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8860B"/>
                </a:solidFill>
              </a:defRPr>
            </a:pPr>
            <a:r>
              <a:t>Cron Jobs (scheduler.ts)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Every 5 min: expire stale unit reservations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Daily 2 AM: inventory integrity mismatch check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Weekdays 9 AM: refresh gold/silver market rates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Market rate sync updates motif prices automatically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8860B"/>
                </a:solidFill>
              </a:defRPr>
            </a:pPr>
            <a:r>
              <a:t>Cross-Cutting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916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Audit logs: inventory, sales, catalog, raw stock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In-app notifications (e.g. discount approval requests)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Global search across items, products, customers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Branch scoping: admins see all branches; store staff see their branch only</a:t>
            </a:r>
          </a:p>
          <a:p>
            <a:pPr>
              <a:spcAft>
                <a:spcPts val="500"/>
              </a:spcAft>
              <a:defRPr sz="1300">
                <a:solidFill>
                  <a:srgbClr val="555555"/>
                </a:solidFill>
              </a:defRPr>
            </a:pPr>
            <a:r>
              <a:t>• Multi-tenant isolation at every Prisma query level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End-to-End Business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Design (Motif → Design BOM → Approval)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↓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Production Run (10 stages → Karigar settlements)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↓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Finished Goods (Product + InventoryUnits created)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↓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Entry Verification (set list prices → Available)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↓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Stock Transfer (head office → branch stores) OR Publish to Online Store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↓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Sale (POS scan) OR Web Order (guest checkout) OR Custom Order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  ↓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GST Invoice + E-invoice IRN → Reports &amp; Analytics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Integration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Market Rates → drive motif prices, list prices, exchange values, karigar wastage costs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Design BOM → single source of truth for production metal/stone needs and finished-goods weight/price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Inventory Units → atomic entity for all sales, transfers, and web reservations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Customer record → shared across POS, custom orders, web checkout, and CRM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WebOrder.erpOrderId → links online orders into ERP fulfillment pipeline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Branch scoping → filters nearly all queries; ensures staff see only their data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8860B"/>
                </a:solidFill>
              </a:defRPr>
            </a:pPr>
            <a:r>
              <a:t>Shri Hari Jewels ERP &amp; Online Store — Complete System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