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Shree Hari Jewels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B8860B"/>
                </a:solidFill>
              </a:defRPr>
            </a:pPr>
            <a:r>
              <a:t>Your Online Store &amp; ERP — Complete Step-by-Step Guide</a:t>
            </a:r>
            <a:br/>
            <a:r>
              <a:t>Store: https://shri-hari-jewels.vercel.app/shop/shree-hari-jewels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How Your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1:  Your ERP holds all inventory — every product, price, and stock count.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2:  You choose which products to publish to your website (Online Store section).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3:  Customers browse your website — no login needed — and place orders as guests.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4:  When a customer checks out, the ERP automatically reserves stock and creates a Web Order.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5:  You manage and fulfill web orders from ERP → Online Store → Web Orders.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6:  Payment is arranged offline (bank transfer / cash on delivery) — you update payment status in ERP.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8860B"/>
                </a:solidFill>
              </a:defRPr>
            </a:pPr>
            <a:r>
              <a:t>This guide covers only your website and how it connects to your ERP.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" cy="1463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Set Up Your Online Store in the ERP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Go Live — 5 Steps in the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1:  Log in to your ERP at https://shri-hari-jewels.vercel.app → Online Store → Store Settings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2:  Enable the online store and set your branding (logo, hero banner, colours, contact info)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3:  Go to Publish Products — toggle products from your inventory to Published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4:  Optionally create Collections to group products (e.g. Wedding, Rings, Necklaces)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5:  Share your store URL with customers: https://shri-hari-jewels.vercel.app/shop/shree-hari-jewels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1 — Online Store Dashboard</a:t>
            </a:r>
          </a:p>
        </p:txBody>
      </p:sp>
      <p:pic>
        <p:nvPicPr>
          <p:cNvPr id="4" name="Picture 3" descr="09-erp-storefro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Login to ERP → sidebar: Online Store → Store dashboard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See stats: published products, collections, pending orders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Click View Store to open your live website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Quick links to Settings, Publish Products, Collections, Web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ERP → Online Store → Store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2 — Store Settings (Branding &amp; Enable)</a:t>
            </a:r>
          </a:p>
        </p:txBody>
      </p:sp>
      <p:pic>
        <p:nvPicPr>
          <p:cNvPr id="4" name="Picture 3" descr="10-erp-store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Check Enable online store to make the website public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Set tagline, hero title, hero subtitle, about text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Choose primary &amp; accent colours for your website theme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Add logo URL, banner URL, contact phone, WhatsApp, address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Click Save — changes appear on your website immediately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ERP → Online Store → Store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3 — Publish Products to Website</a:t>
            </a:r>
          </a:p>
        </p:txBody>
      </p:sp>
      <p:pic>
        <p:nvPicPr>
          <p:cNvPr id="4" name="Picture 3" descr="11-erp-publish-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Lists all products from your ERP inventory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Only Published products appear on the website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Check stock count — website shows live available stock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Prices update automatically from current gold/silver market rates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Toggle a product to Published → it goes live on the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ERP → Online Store → Publish 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4 — Create Collections (Optional)</a:t>
            </a:r>
          </a:p>
        </p:txBody>
      </p:sp>
      <p:pic>
        <p:nvPicPr>
          <p:cNvPr id="4" name="Picture 3" descr="12-erp-coll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Group products into curated collections (e.g. Featured, Wedding)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Enter collection name and description → Create Collection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Add published products to each collection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Collections appear on website homepage and /collections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ERP → Online Store → Collections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" cy="1463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What Your Customer Sees on the Website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Customer Journey — 7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1:  Customer opens your store URL (or your custom domain)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2:  Browses homepage, product catalog, or collections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3:  Opens a product → sees metal, purity, weight, live price, stock status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4:  Clicks Add to Cart (cart saved in browser — no account needed)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5:  Reviews cart → Proceed to Checkout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6:  Fills guest form: name, mobile, delivery address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7:  Clicks Place Order → sees confirmation with order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8860B"/>
                </a:solidFill>
              </a:defRPr>
            </a:pPr>
            <a:r>
              <a:t>No customer login or registration — checkout is fully guest-based.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1 — Website Homepage</a:t>
            </a:r>
          </a:p>
        </p:txBody>
      </p:sp>
      <p:pic>
        <p:nvPicPr>
          <p:cNvPr id="4" name="Picture 3" descr="01-shop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Hero banner with your tagline and Shop Now button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Featured products pulled from your published inventory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Navigation: Home, Shop, Collections, About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Cart icon shows item count when customer adds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Customer visits: https://shri-hari-jewels.vercel.app/shop/shree-hari-jewels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2 — Product Catalog (Shop All)</a:t>
            </a:r>
          </a:p>
        </p:txBody>
      </p:sp>
      <p:pic>
        <p:nvPicPr>
          <p:cNvPr id="4" name="Picture 3" descr="02-shop-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All published products shown in a grid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Customer can search by name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Filter by category, sort by price or name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Only products you marked Published in ERP appear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Website → Shop → All Products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3 — Product Detail Page</a:t>
            </a:r>
          </a:p>
        </p:txBody>
      </p:sp>
      <p:pic>
        <p:nvPicPr>
          <p:cNvPr id="4" name="Picture 3" descr="03-produc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Product image, name, SKU, live price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Specs: Metal, Purity, Weight, Availability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Customer selects quantity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Clicks Add to Cart → item saved to browser cart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Website → Product detail → Add to Cart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4 — Shopping Cart</a:t>
            </a:r>
          </a:p>
        </p:txBody>
      </p:sp>
      <p:pic>
        <p:nvPicPr>
          <p:cNvPr id="4" name="Picture 3" descr="04-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Review items, adjust quantities, or remove items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Subtotal shown — prices from live market rates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Cart persists even if customer closes the browser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Click Proceed to Checkout to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Website → Cart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5 — Guest Checkout</a:t>
            </a:r>
          </a:p>
        </p:txBody>
      </p:sp>
      <p:pic>
        <p:nvPicPr>
          <p:cNvPr id="4" name="Picture 3" descr="05-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Customer fills: Full name, Mobile (10 digits), Address, City, State, Pincode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Email and order notes are optional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Order summary shows items and total on the right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Payment note: arranged with store after order (no online payment)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Click Place Order to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Website → Checkout (guest — no login required)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6 — Order Confirmation</a:t>
            </a:r>
          </a:p>
        </p:txBody>
      </p:sp>
      <p:pic>
        <p:nvPicPr>
          <p:cNvPr id="4" name="Picture 3" descr="08-order-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Thank you page with order number (e.g. WEB-2026-0002)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Shows items, total, and delivery address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Message: store will contact customer for payment &amp; delivery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Customer can continue shopping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Website → Order confirmation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Other Website Pages</a:t>
            </a:r>
          </a:p>
        </p:txBody>
      </p:sp>
      <p:pic>
        <p:nvPicPr>
          <p:cNvPr id="4" name="Picture 3" descr="07-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About page — your business story and contact details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Collections page — curated product groups you create in ERP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All pages use your branding colours and logo from Store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Website → About / Collections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91440" cy="1463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What Happens in Your ERP When a Customer Orders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Backend Flow — When Customer Clicks Place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1:  System validates cart items and checks stock is available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2:  Finds or creates a Customer record using the mobile number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3:  Reserves inventory units (status: Reserved — not sold yet)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4:  Creates a WebOrder with order number (WEB-2026-XXXX)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5:  Creates a linked ERP Order for your fulfillment team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6:  Product stock counts update automatically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7:  You see the new order in ERP → Online Store → Web Orders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Step 7 — Manage Web Orders in ERP</a:t>
            </a:r>
          </a:p>
        </p:txBody>
      </p:sp>
      <p:pic>
        <p:nvPicPr>
          <p:cNvPr id="4" name="Picture 3" descr="13-erp-web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498079" cy="41458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00584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8860B"/>
                </a:solidFill>
              </a:defRPr>
            </a:pPr>
            <a:r>
              <a:t>What happens: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New web orders appear here automatically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See customer name, mobile, items, total, date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Update Order Status: Pending → Confirmed → Processing → Shipped → Delivered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Update Payment Status: Unpaid → Paid (after bank transfer / COD)</a:t>
            </a:r>
          </a:p>
          <a:p>
            <a:pPr>
              <a:spcAft>
                <a:spcPts val="500"/>
              </a:spcAft>
              <a:defRPr sz="1100">
                <a:solidFill>
                  <a:srgbClr val="555555"/>
                </a:solidFill>
              </a:defRPr>
            </a:pPr>
            <a:r>
              <a:t>• Contact customer at their mobile to confirm payment &amp;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636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ERP → Online Store → Web orders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Fulfill a Web Order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1:  New order arrives in Web Orders (status: Pending, payment: Unpaid)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2:  Call/message customer to confirm order and arrange payment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3:  Update status to Confirmed once customer confirms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4:  Collect payment (bank transfer / cash on delivery) → set Payment to Paid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5:  Pack and dispatch the item → update status to Shipped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6:  On delivery → update status to Delivered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7:  Inventory units move from Reserved → Sold when order is fulfilled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Complete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520440" cy="4114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YOU (ERP Setup)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3520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1. Add stock to inventory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2. Verify entry &amp; set prices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3. Enable online store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4. Publish products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5. Share store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005840"/>
            <a:ext cx="3520440" cy="4114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0515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CUSTOMER (Website)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3520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1. Browse catalog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2. Add to cart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3. Guest checkout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4. Place order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5. Get confirmation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005840"/>
            <a:ext cx="3520440" cy="4114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0515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YOU (ERP Fulfillment)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508760"/>
            <a:ext cx="3520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1. See Web Order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2. Confirm with customer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3. Collect payment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4. Ship item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</a:defRPr>
            </a:pPr>
            <a:r>
              <a:t>5. Mark Delivered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Website vs In-Store Sale — Key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1:  Website: guest checkout, no login — In-store POS (/sales): staff scans item codes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2:  Website: payment arranged later — In-store: Cash / UPI QR / Card at counter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3:  Website: reserves stock (Reserved) — In-store: marks Sold immediately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4:  Website: creates WebOrder — In-store: creates Sale + GST Invoice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Step 5:  Both use the same inventory and customer records in your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8860B"/>
                </a:solidFill>
              </a:defRPr>
            </a:pPr>
            <a:r>
              <a:t>Your website and in-store counter share the same inventory — stock is always in sync.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You're All Set!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B8860B"/>
                </a:solidFill>
              </a:defRPr>
            </a:pPr>
            <a:r>
              <a:t>Your Store: https://shri-hari-jewels.vercel.app/shop/shree-hari-jewels</a:t>
            </a:r>
            <a:br/>
            <a:r>
              <a:t>Your ERP: https://shri-hari-jewels.vercel.app</a:t>
            </a:r>
            <a:br/>
            <a:br/>
            <a:r>
              <a:t>Manage everything from ERP → Online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