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Shree Hari Jewels — Complete ERP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8860B"/>
                </a:solidFill>
              </a:defRPr>
            </a:pPr>
            <a:r>
              <a:t>Every Module · Every Step · With Screenshots</a:t>
            </a:r>
            <a:br/>
            <a:r>
              <a:t>ERP: https://shri-hari-jewels.vercel.app  |  Store: https://shri-hari-jewels.vercel.app/shop/shree-hari-jewels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What's Inside This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1:  Part 1 — Getting Started: Login, Dashboard, Settings, Branches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 Part 2 — Central Stock: Add products, add units, entry verification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 Part 3 — Raw Materials: Metal lots, certified stones, bulk stone stock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 Part 4 — Production: Motifs, Designs (6-stage builder), Production Runs (10 stages), Karigar settlements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 Part 5 — Stock Transfer: Scan &amp; send, sent list, proforma, incoming receive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 Part 6 — Sales &amp; CRM: POS, custom orders, customers, invoices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7:  Part 7 — Reports: GST, stock valuation, ageing, analytics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8:  Part 8 — Online Store: Website setup, customer journey, web order fulfillment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91440" cy="13716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860B"/>
                </a:solidFill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8860B"/>
                </a:solidFill>
              </a:defRPr>
            </a:pPr>
            <a:r>
              <a:t>Login · Dashboard · Settings · Branches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How to Log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1:  Open https://shri-hari-jewels.vercel.app/login in your browser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 Enter your User ID or email (e.g. admin@shreehari.com)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 Enter your password → click Sign In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 If 2FA is enabled, enter the 6-digit code from your authenticator app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 You land on the Dashboard — your home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893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8860B"/>
                </a:solidFill>
              </a:defRPr>
            </a:pPr>
            <a:r>
              <a:t>Each staff member has a role (Admin, Store, Production Manager, etc.) that controls which menus they see.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Dashboard — Your Home Screen</a:t>
            </a:r>
          </a:p>
        </p:txBody>
      </p:sp>
      <p:pic>
        <p:nvPicPr>
          <p:cNvPr id="4" name="Picture 3" descr="erp-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See overview stats: stock, sales, pending orders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Market rate banner shows live gold/silver prices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Sidebar gives access to all modules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Switch branch from top bar if you have multiple locations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Settings — Business Configuration</a:t>
            </a:r>
          </a:p>
        </p:txBody>
      </p:sp>
      <p:pic>
        <p:nvPicPr>
          <p:cNvPr id="4" name="Picture 3" descr="erp-33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Set business name, GST number, PAN, bank details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Configure making charge % for gold and silver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Set discount approval threshold (discounts above this need admin approval)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Manage users: create staff, assign roles and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System → Settings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Branches — Store Locations</a:t>
            </a:r>
          </a:p>
        </p:txBody>
      </p:sp>
      <p:pic>
        <p:nvPicPr>
          <p:cNvPr id="4" name="Picture 3" descr="erp-32-bran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View all branches: head office + store locations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Add new branch with name, address, GST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Assign staff users to specific branches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Stock and sales are scoped by branch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System → Branches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91440" cy="13716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860B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Central Stock (Finished Goods)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8860B"/>
                </a:solidFill>
              </a:defRPr>
            </a:pPr>
            <a:r>
              <a:t>Every piece tracked by unique item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Stock Entry — Full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1:  Create a Product SKU (metal, purity, weight, making charges) → /inventory/new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 Add physical units to that SKU → each unit gets a unique item code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 Units go to Pending Verification status → appear in Entry Verification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 Verifier sets list price per unit using live market rates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 After verification → units become Available and can be sold or transferred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893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8860B"/>
                </a:solidFill>
              </a:defRPr>
            </a:pPr>
            <a:r>
              <a:t>List price = market rate × weight + making charges (auto-calculated).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All Stock — View Central Inventory</a:t>
            </a:r>
          </a:p>
        </p:txBody>
      </p:sp>
      <p:pic>
        <p:nvPicPr>
          <p:cNvPr id="4" name="Picture 3" descr="erp-02-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See all products with stock counts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Filter by metal, category, branch, status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Click item code to see full history (sales, transfers, status changes)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Click Add Stock to create new product SKU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Inventory → All stock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Add Stock — Create New Product SKU</a:t>
            </a:r>
          </a:p>
        </p:txBody>
      </p:sp>
      <p:pic>
        <p:nvPicPr>
          <p:cNvPr id="4" name="Picture 3" descr="erp-03-add-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Enter product name, SKU code, category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Select metal type and purity (22K Gold, 925 Silver, etc.)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Enter gross weight and making charge %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Upload product images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Save → product created (0 units initially)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Inventory → Add Stock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Add Units to a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1:  From All Stock, open a product → click Add Units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 Scan or type item codes for each physical piece (or auto-generate)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 Each unit creates an Entry Voucher line (status: Pending Verification)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 All units for this batch share one Entry Voucher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 Go to Entry Verification to set prices and approve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Entry Verification — Approve New Stock</a:t>
            </a:r>
          </a:p>
        </p:txBody>
      </p:sp>
      <p:pic>
        <p:nvPicPr>
          <p:cNvPr id="4" name="Picture 3" descr="erp-04-entry-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Lists all pending entry vouchers awaiting verification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Open a voucher → see all units with weights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System suggests list price from market rates — adjust if needed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Click Verify → all units become Available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Product stock count updates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Inventory → Entry verification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91440" cy="13716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860B"/>
                </a:solidFill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Raw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8860B"/>
                </a:solidFill>
              </a:defRPr>
            </a:pPr>
            <a:r>
              <a:t>Metal lots · Certified stones · Bulk stone stock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Raw Materials — What They Are Used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1:  Metal Lots: raw gold/silver/platinum purchased from vendors — used in production runs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 Certified Stones: GIA/IGI certified diamonds/gems with certificate numbers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 Bulk Stone Stock: uncertified stones tracked by pieces or carat weight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 When a production run starts, metal is deducted automatically from metal lots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 Stones are issued to karigars during the Stone Setting production stage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Raw Inventory — Metal &amp; Stones</a:t>
            </a:r>
          </a:p>
        </p:txBody>
      </p:sp>
      <p:pic>
        <p:nvPicPr>
          <p:cNvPr id="4" name="Picture 3" descr="erp-05-raw-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Metal Lots tab: add gold/silver lots with purity, weight, purchase rate, vendor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Certified Stones tab: add stones with certificate, carat, color, clarity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Bulk Stone Stock tab: track stones by type, pieces, weight, rate basis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Market rates banner shows current gold/silver prices used everywhere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Inventory → Raw materials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Add a Metal 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1:  Click Add Metal Lot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 Select metal type (Gold / Silver / Platinum) and purity (22K, 18K, 925, etc.)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 Enter weight in grams, purchase rate per gram, vendor name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 Select storage location (branch)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 Save → lot available for production run deduction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91440" cy="13716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860B"/>
                </a:solidFill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8860B"/>
                </a:solidFill>
              </a:defRPr>
            </a:pPr>
            <a:r>
              <a:t>Motifs → Designs → Production Runs → Karigar Settlements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Production 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1:  Step A: Build Motif Library — reusable components (pendant motif, earring hook, etc.)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 Step B: Create Design — 6-stage builder (SKU → CAD → Motifs → Mold → Photo → Complete)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 Step C: Submit design for approval (Approved required before production)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 Step D: Create Production Run — select design + number of sets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 Step E: Progress through 10 workshop stages with karigars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 Step F: On completion → finished goods auto-created in central stock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7:  Step G: Karigar settlements — pay wastage cost + making wages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Motif Library</a:t>
            </a:r>
          </a:p>
        </p:txBody>
      </p:sp>
      <p:pic>
        <p:nvPicPr>
          <p:cNvPr id="4" name="Picture 3" descr="erp-17-moti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Reusable jewellery components with metal, weight, stones, making cost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Price auto-calculates from market rates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Import motifs from Excel in bulk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Used as building blocks when creating design BOMs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Production → Motifs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Create a New Design — 6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1:  Stage 1 SKU: Define design code, category, target metal and weight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 Stage 2 CAD: Upload CAD files, mark design as CAD-ready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 Stage 3 Motifs: Add motif elements to BOM — qty, weight, unit value per element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 Stage 4 Mold Making: Track mold creation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 Stage 5 Photo: Upload product photos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 Stage 6 Complete: Submit for approval → Admin approves or rejects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Designs List &amp; New Design</a:t>
            </a:r>
          </a:p>
        </p:txBody>
      </p:sp>
      <p:pic>
        <p:nvPicPr>
          <p:cNvPr id="4" name="Picture 3" descr="erp-15-desig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See all designs with approval status (Draft / Pending / Approved / Rejected)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Click New Design to start the 6-stage builder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Open a design → walk through each builder stage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BOM shows total metal and stone requirements per piece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Production → Designs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New Design Form</a:t>
            </a:r>
          </a:p>
        </p:txBody>
      </p:sp>
      <p:pic>
        <p:nvPicPr>
          <p:cNvPr id="4" name="Picture 3" descr="erp-16-new-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Enter design code and name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Select category and metal type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Set target weight — used to calculate BOM requirements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After saving, open Design Builder to complete all 6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Production → Designs → New Design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Create a Production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1:  Go to Production Runs → New Production Run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 Select an Approved design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 Enter number of sets (pieces) to manufacture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 System previews metal &amp; stone requirements (BOM × sets)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 On create: metal deducted immediately from raw inventory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 Run appears on Production Board with all items to track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Production Runs List</a:t>
            </a:r>
          </a:p>
        </p:txBody>
      </p:sp>
      <p:pic>
        <p:nvPicPr>
          <p:cNvPr id="4" name="Picture 3" descr="erp-19-production-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All active and completed production runs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See design, sets count, current stage, status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Click a run to open stage worksheets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New Production Run button top-right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Production → Production runs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New Production Run</a:t>
            </a:r>
          </a:p>
        </p:txBody>
      </p:sp>
      <p:pic>
        <p:nvPicPr>
          <p:cNvPr id="4" name="Picture 3" descr="erp-20-new-production-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Select approved design from dropdown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Enter number of sets to produce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Preview shows total metal and stone needed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Confirm → run created, metal reserved/deducted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Production → Production runs → New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10 Production Stages (Workshop Workflow)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1:  1. Wax Pattern — create wax model from mold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 2. Casting — metal casting; issue metal to karigar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 3. Filing — shape and file the cast piece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 4. Soldering — join components, add findings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 5. Stone Setting — set stones; issue stone stock to karigar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 6. Polishing — final polish and finish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7:  7. Rhodium / Plating — optional plating step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8:  8. QC — quality check; pass or reject for rework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9:  9. Hallmarking — BIS hallmark if required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10:  10. Packaging — final pack → triggers finished goods creation in stock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Production Board — Active Runs Dashboard</a:t>
            </a:r>
          </a:p>
        </p:txBody>
      </p:sp>
      <p:pic>
        <p:nvPicPr>
          <p:cNvPr id="4" name="Picture 3" descr="erp-21-production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Visual board of all active production runs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See which stage each run is at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Click a run to open its stage worksheet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Karigars update items at each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Production → Production board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Karigar Settlements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1:  After each production stage, record metal issued to and returned from karigar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 System calculates metal wastage (issued − returned − expected)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 Wastage cost = wastage weight × current metal rate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 Making wage = per-piece making charge × pieces completed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 Karigar Settlements page shows all pending settlements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 Mark as paid once settled with the karigar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Karigar Settlements</a:t>
            </a:r>
          </a:p>
        </p:txBody>
      </p:sp>
      <p:pic>
        <p:nvPicPr>
          <p:cNvPr id="4" name="Picture 3" descr="erp-22-karigar-settl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Lists all karigar settlements by production run and stage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Shows wastage weight, wastage cost, making wage payable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Filter by karigar name or run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Mark settlement as Paid when 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Production → Karigar settlements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Work Orders</a:t>
            </a:r>
          </a:p>
        </p:txBody>
      </p:sp>
      <p:pic>
        <p:nvPicPr>
          <p:cNvPr id="4" name="Picture 3" descr="erp-18-work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Internal workshop tasks — repairs, custom jobs, modifications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Create work order → assign to karigar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Track status: Open → In Production → QC → Completed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Can link to a customer order for custom jewellery jobs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Production → Work orders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91440" cy="13716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860B"/>
                </a:solidFill>
              </a:defRPr>
            </a:pPr>
            <a: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Stock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8860B"/>
                </a:solidFill>
              </a:defRPr>
            </a:pPr>
            <a:r>
              <a:t>Move stock from head office to branch stores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Stock Transfer — Full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1:  Head office: Scan &amp; Send — scan item codes, select destination branch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 Choose document type: Wholesale GST Invoice / Delivery Challan / Stock Transfer Note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 Transfer created → units status changes to In Transit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 Fill shipping details and GST fields → invoice PDF generated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 Receiving branch: Incoming — scan and accept (full or partial) or reject items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 Accepted units become Available at the destination branch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Scan &amp; Send — Create a Transfer</a:t>
            </a:r>
          </a:p>
        </p:txBody>
      </p:sp>
      <p:pic>
        <p:nvPicPr>
          <p:cNvPr id="4" name="Picture 3" descr="erp-06-scan-s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Scan or type item codes of units to transfer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Select destination branch or customer branch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Choose document type (GST Invoice / Challan / STN)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Review items → Create Transfer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Units immediately go to In Transit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Stock transfer → Scan &amp; send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Sent Transfers — Track Outgoing Stock</a:t>
            </a:r>
          </a:p>
        </p:txBody>
      </p:sp>
      <p:pic>
        <p:nvPicPr>
          <p:cNvPr id="4" name="Picture 3" descr="erp-07-sent-transf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All transfers sent from your branch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See status: Pending / Accepted / Rejected / Partial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Click a transfer to add shipping details or download invoice PDF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Proforma list shows transfers awaiting acceptance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Stock transfer → Sent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Proforma List — Pending Transfer Invoices</a:t>
            </a:r>
          </a:p>
        </p:txBody>
      </p:sp>
      <p:pic>
        <p:nvPicPr>
          <p:cNvPr id="4" name="Picture 3" descr="erp-08-profo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Transfers sent but not yet accepted by receiving branch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Fill courier/shipping details before sending goods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Generate and download GST invoice or delivery challan 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Stock transfer → Proforma list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Incoming Stock — Receive at Branch</a:t>
            </a:r>
          </a:p>
        </p:txBody>
      </p:sp>
      <p:pic>
        <p:nvPicPr>
          <p:cNvPr id="4" name="Picture 3" descr="erp-09-inco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Transfers sent TO your branch appear here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Open a transfer → scan item codes to receive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Accept all, accept partial, or reject damaged items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Accepted units become Available at your branch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Stock transfer → Incoming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91440" cy="13716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860B"/>
                </a:solidFill>
              </a:defRPr>
            </a:pPr>
            <a: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Sales &amp;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8860B"/>
                </a:solidFill>
              </a:defRPr>
            </a:pPr>
            <a:r>
              <a:t>POS · Custom Orders · Customers · Invoices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In-Store Sale (POS)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1:  Open Sales page → scan physical item code (barcode or manual entry)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 System shows live price breakdown: metal value + making charges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 Add more items to cart if needed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 Apply discount — if above threshold, admin approval required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 Select or create customer (search by mobile / email / GST)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 Choose payment: Cash / UPI (Razorpay QR) / Card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7:  Complete sale → unit marked Sold, GST invoice auto-generated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Sales — Point of Sale</a:t>
            </a:r>
          </a:p>
        </p:txBody>
      </p:sp>
      <p:pic>
        <p:nvPicPr>
          <p:cNvPr id="4" name="Picture 3" descr="erp-10-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Scan item code → item appears in cart with live price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Apply discount, select customer, choose payment mode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UPI: QR code generated → customer pays → webhook confirms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Old gold exchange credit can be applied to reduce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Sales → Sales (POS)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Custom Customer Order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1:  Go to Orders → New Order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 Select existing customer or create new one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 Enter order description, estimated total, due date, notes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 Order status progresses: Pending → Designing → Production → QC → Ready → Delivered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 Create Work Orders and/or Production Runs linked to this order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 Track payment: Unpaid / Partial / Paid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Orders List</a:t>
            </a:r>
          </a:p>
        </p:txBody>
      </p:sp>
      <p:pic>
        <p:nvPicPr>
          <p:cNvPr id="4" name="Picture 3" descr="erp-11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All custom jewellery orders with status and due dates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Filter by status, customer, date range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Click New Order to 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Sales → Orders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New Order Form</a:t>
            </a:r>
          </a:p>
        </p:txBody>
      </p:sp>
      <p:pic>
        <p:nvPicPr>
          <p:cNvPr id="4" name="Picture 3" descr="erp-12-new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Select customer from dropdown or create inline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Enter description of custom jewellery piece required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Set estimated total and due date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Save → order created in Pending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Sales → Orders → New Order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Customers — CRM</a:t>
            </a:r>
          </a:p>
        </p:txBody>
      </p:sp>
      <p:pic>
        <p:nvPicPr>
          <p:cNvPr id="4" name="Picture 3" descr="erp-13-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All customers: individual buyers and B2B clients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Add customer with billing address, GST/PAN, bank details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Customer branches for B2B clients with multiple offices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Customer record shared across POS, orders, and web checkout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Sales → Customers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Invoices — GST Billing</a:t>
            </a:r>
          </a:p>
        </p:txBody>
      </p:sp>
      <p:pic>
        <p:nvPicPr>
          <p:cNvPr id="4" name="Picture 3" descr="erp-14-invo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All GST invoices from POS sales and wholesale transfers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Download invoice PDF with CGST/SGST or IGST split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Generate e-invoice IRN for GST portal compliance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Filter by date, customer, branch, payment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Sales → Invoices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91440" cy="13716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860B"/>
                </a:solidFill>
              </a:defRPr>
            </a:pPr>
            <a: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Reports &amp; Analytics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Sales Analytics</a:t>
            </a:r>
          </a:p>
        </p:txBody>
      </p:sp>
      <p:pic>
        <p:nvPicPr>
          <p:cNvPr id="4" name="Picture 3" descr="erp-23-sales-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Revenue charts by day/week/month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Top selling products and categories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Sales by branch and staff member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Export data for further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Reports → Sales analytics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GST Report</a:t>
            </a:r>
          </a:p>
        </p:txBody>
      </p:sp>
      <p:pic>
        <p:nvPicPr>
          <p:cNvPr id="4" name="Picture 3" descr="erp-24-gst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Tax liability summary by period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CGST, SGST, IGST breakdown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Export for GST filing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Filter by date range and branch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Reports → GST report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Stock Valuation Report</a:t>
            </a:r>
          </a:p>
        </p:txBody>
      </p:sp>
      <p:pic>
        <p:nvPicPr>
          <p:cNvPr id="4" name="Picture 3" descr="erp-25-stock-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Total inventory value at current market rates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Breakdown by metal type and category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Useful for balance sheet and insurance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Reports → Stock valuation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Ageing Stock Report</a:t>
            </a:r>
          </a:p>
        </p:txBody>
      </p:sp>
      <p:pic>
        <p:nvPicPr>
          <p:cNvPr id="4" name="Picture 3" descr="erp-26-ageing-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Items unsold beyond a threshold number of days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Identify slow-moving inventory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Plan promotions or transfers for stale stock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Reports → Ageing stock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Staff Performance Report</a:t>
            </a:r>
          </a:p>
        </p:txBody>
      </p:sp>
      <p:pic>
        <p:nvPicPr>
          <p:cNvPr id="4" name="Picture 3" descr="erp-27-staff-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Sales productivity by staff member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Compare performance across branches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Use for incentives and training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Reports → Staff performance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91440" cy="13716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860B"/>
                </a:solidFill>
              </a:defRPr>
            </a:pPr>
            <a: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Online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8860B"/>
                </a:solidFill>
              </a:defRPr>
            </a:pPr>
            <a:r>
              <a:t>Website setup · Customer journey · Web order fulfillment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Complete Business Flow — Design to Sale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3639312" cy="3657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87552"/>
            <a:ext cx="3639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363931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555555"/>
                </a:solidFill>
              </a:defRPr>
            </a:pPr>
            <a:r>
              <a:t>1. Create motifs</a:t>
            </a:r>
          </a:p>
          <a:p>
            <a:pPr>
              <a:spcAft>
                <a:spcPts val="300"/>
              </a:spcAft>
              <a:defRPr sz="900">
                <a:solidFill>
                  <a:srgbClr val="555555"/>
                </a:solidFill>
              </a:defRPr>
            </a:pPr>
            <a:r>
              <a:t>2. Build &amp; approve design</a:t>
            </a:r>
          </a:p>
          <a:p>
            <a:pPr>
              <a:spcAft>
                <a:spcPts val="300"/>
              </a:spcAft>
              <a:defRPr sz="900">
                <a:solidFill>
                  <a:srgbClr val="555555"/>
                </a:solidFill>
              </a:defRPr>
            </a:pPr>
            <a:r>
              <a:t>3. Start production run</a:t>
            </a:r>
          </a:p>
          <a:p>
            <a:pPr>
              <a:spcAft>
                <a:spcPts val="300"/>
              </a:spcAft>
              <a:defRPr sz="900">
                <a:solidFill>
                  <a:srgbClr val="555555"/>
                </a:solidFill>
              </a:defRPr>
            </a:pPr>
            <a:r>
              <a:t>4. 10 workshop stages</a:t>
            </a:r>
          </a:p>
          <a:p>
            <a:pPr>
              <a:spcAft>
                <a:spcPts val="300"/>
              </a:spcAft>
              <a:defRPr sz="900">
                <a:solidFill>
                  <a:srgbClr val="555555"/>
                </a:solidFill>
              </a:defRPr>
            </a:pPr>
            <a:r>
              <a:t>5. Finished goods → stock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960120"/>
            <a:ext cx="3639312" cy="3657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987552"/>
            <a:ext cx="3639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417320"/>
            <a:ext cx="363931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555555"/>
                </a:solidFill>
              </a:defRPr>
            </a:pPr>
            <a:r>
              <a:t>1. Entry verification</a:t>
            </a:r>
          </a:p>
          <a:p>
            <a:pPr>
              <a:spcAft>
                <a:spcPts val="300"/>
              </a:spcAft>
              <a:defRPr sz="900">
                <a:solidFill>
                  <a:srgbClr val="555555"/>
                </a:solidFill>
              </a:defRPr>
            </a:pPr>
            <a:r>
              <a:t>2. Set list prices</a:t>
            </a:r>
          </a:p>
          <a:p>
            <a:pPr>
              <a:spcAft>
                <a:spcPts val="300"/>
              </a:spcAft>
              <a:defRPr sz="900">
                <a:solidFill>
                  <a:srgbClr val="555555"/>
                </a:solidFill>
              </a:defRPr>
            </a:pPr>
            <a:r>
              <a:t>3. Available units</a:t>
            </a:r>
          </a:p>
          <a:p>
            <a:pPr>
              <a:spcAft>
                <a:spcPts val="300"/>
              </a:spcAft>
              <a:defRPr sz="900">
                <a:solidFill>
                  <a:srgbClr val="555555"/>
                </a:solidFill>
              </a:defRPr>
            </a:pPr>
            <a:r>
              <a:t>4. Transfer to branches</a:t>
            </a:r>
          </a:p>
          <a:p>
            <a:pPr>
              <a:spcAft>
                <a:spcPts val="300"/>
              </a:spcAft>
              <a:defRPr sz="900">
                <a:solidFill>
                  <a:srgbClr val="555555"/>
                </a:solidFill>
              </a:defRPr>
            </a:pPr>
            <a:r>
              <a:t>5. Publish to website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960120"/>
            <a:ext cx="3639312" cy="3657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987552"/>
            <a:ext cx="3639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417320"/>
            <a:ext cx="363931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555555"/>
                </a:solidFill>
              </a:defRPr>
            </a:pPr>
            <a:r>
              <a:t>1. In-store POS scan</a:t>
            </a:r>
          </a:p>
          <a:p>
            <a:pPr>
              <a:spcAft>
                <a:spcPts val="300"/>
              </a:spcAft>
              <a:defRPr sz="900">
                <a:solidFill>
                  <a:srgbClr val="555555"/>
                </a:solidFill>
              </a:defRPr>
            </a:pPr>
            <a:r>
              <a:t>2. Web order checkout</a:t>
            </a:r>
          </a:p>
          <a:p>
            <a:pPr>
              <a:spcAft>
                <a:spcPts val="300"/>
              </a:spcAft>
              <a:defRPr sz="900">
                <a:solidFill>
                  <a:srgbClr val="555555"/>
                </a:solidFill>
              </a:defRPr>
            </a:pPr>
            <a:r>
              <a:t>3. GST invoice</a:t>
            </a:r>
          </a:p>
          <a:p>
            <a:pPr>
              <a:spcAft>
                <a:spcPts val="300"/>
              </a:spcAft>
              <a:defRPr sz="900">
                <a:solidFill>
                  <a:srgbClr val="555555"/>
                </a:solidFill>
              </a:defRPr>
            </a:pPr>
            <a:r>
              <a:t>4. E-invoice IRN</a:t>
            </a:r>
          </a:p>
          <a:p>
            <a:pPr>
              <a:spcAft>
                <a:spcPts val="300"/>
              </a:spcAft>
              <a:defRPr sz="900">
                <a:solidFill>
                  <a:srgbClr val="555555"/>
                </a:solidFill>
              </a:defRPr>
            </a:pPr>
            <a:r>
              <a:t>5. Reports &amp; analytics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Set Up Your Online Store — 5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1:  ERP → Online Store → Store Settings → Enable online store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 Set branding: logo, hero banner, colours, contact info, WhatsApp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 Publish Products → toggle inventory items to Published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 Create Collections to group products (optional)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 Share store URL: https://shri-hari-jewels.vercel.app/shop/shree-hari-jewels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Online Store Dashboard</a:t>
            </a:r>
          </a:p>
        </p:txBody>
      </p:sp>
      <p:pic>
        <p:nvPicPr>
          <p:cNvPr id="4" name="Picture 3" descr="erp-28-store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Stats: published products, collections, pending web orders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View Store button opens live website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Quick links to all store management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Online Store → Store dashboard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Store Settings</a:t>
            </a:r>
          </a:p>
        </p:txBody>
      </p:sp>
      <p:pic>
        <p:nvPicPr>
          <p:cNvPr id="4" name="Picture 3" descr="erp-29-store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Enable/disable store, set branding and theme colours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Hero title, subtitle, about text, logo and banner URLs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Contact phone, WhatsApp, address, return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Online Store → Store settings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Publish Products to Website</a:t>
            </a:r>
          </a:p>
        </p:txBody>
      </p:sp>
      <p:pic>
        <p:nvPicPr>
          <p:cNvPr id="4" name="Picture 3" descr="erp-30-publish-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Toggle products from inventory to Published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Only Published products with stock appear on website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Prices sync from live market rates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Online Store → Publish products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Customer Website Journey — 7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1:  Customer opens https://shri-hari-jewels.vercel.app/shop/shree-hari-jewels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 Browses homepage, product catalog, or collections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 Opens product → sees specs, live price, stock status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 Adds to cart (saved in browser — no account needed)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 Proceeds to checkout → fills guest form (name, mobile, address)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 Clicks Place Order → order number shown on confirmation page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7:  Store contacts customer for payment and delivery arrangement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Website — Homepage</a:t>
            </a:r>
          </a:p>
        </p:txBody>
      </p:sp>
      <p:pic>
        <p:nvPicPr>
          <p:cNvPr id="4" name="Picture 3" descr="shop-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897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Hero banner, featured products, brand story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Navigation: Home, Shop, Collections, About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Cart badge shows item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Customer → https://shri-hari-jewels.vercel.app/shop/shree-hari-jewels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Website — Product Catalog</a:t>
            </a:r>
          </a:p>
        </p:txBody>
      </p:sp>
      <p:pic>
        <p:nvPicPr>
          <p:cNvPr id="4" name="Picture 3" descr="shop-02-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615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All published products in a grid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Search, category filter, sort by price/name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Live prices from market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Customer → Shop → All Products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Website — Checkout</a:t>
            </a:r>
          </a:p>
        </p:txBody>
      </p:sp>
      <p:pic>
        <p:nvPicPr>
          <p:cNvPr id="4" name="Picture 3" descr="shop-04-che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Guest form: name, mobile, address, city, state, pincode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Order summary on right with total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Payment arranged with store after order — no online payment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Customer → Checkout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Fulfill a Web Order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1:  New order appears in ERP → Online Store → Web Orders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 Call/message customer to confirm order and arrange payment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 Update Order Status: Pending → Confirmed → Processing → Shipped → Delivered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 Update Payment Status: Unpaid → Paid (after bank transfer / COD)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 Inventory units move from Reserved → Sold when order is fulfilled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 Customer record auto-created in CRM from checkout mobile number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Web Orders — Manage Online Orders</a:t>
            </a:r>
          </a:p>
        </p:txBody>
      </p:sp>
      <p:pic>
        <p:nvPicPr>
          <p:cNvPr id="4" name="Picture 3" descr="erp-31-web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601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200">
                <a:solidFill>
                  <a:srgbClr val="B8860B"/>
                </a:solidFill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All web orders with customer name, items, total, date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Update order status and payment status dropdowns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Linked ERP Order created automatically for fulfillment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5555"/>
                </a:solidFill>
              </a:defRPr>
            </a:pPr>
            <a:r>
              <a:t>ERP → Online Store → Web orders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End of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8860B"/>
                </a:solidFill>
              </a:defRPr>
            </a:pPr>
            <a:r>
              <a:t>ERP: https://shri-hari-jewels.vercel.app</a:t>
            </a:r>
            <a:br/>
            <a:r>
              <a:t>Store: https://shri-hari-jewels.vercel.app/shop/shree-hari-jewels</a:t>
            </a:r>
            <a:br/>
            <a:br/>
            <a:r>
              <a:t>Every module · Every step · Shree Hari Jewels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